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49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HIL PRATAP SINGH" userId="59e7c69f61702dbb" providerId="LiveId" clId="{54B313A7-D256-4336-BBE6-8E48C6F2F96A}"/>
    <pc:docChg chg="modSld">
      <pc:chgData name="SHAHIL PRATAP SINGH" userId="59e7c69f61702dbb" providerId="LiveId" clId="{54B313A7-D256-4336-BBE6-8E48C6F2F96A}" dt="2026-08-12T19:15:57.684" v="4" actId="20577"/>
      <pc:docMkLst>
        <pc:docMk/>
      </pc:docMkLst>
      <pc:sldChg chg="modSp mod">
        <pc:chgData name="SHAHIL PRATAP SINGH" userId="59e7c69f61702dbb" providerId="LiveId" clId="{54B313A7-D256-4336-BBE6-8E48C6F2F96A}" dt="2026-08-12T19:15:57.684" v="4" actId="20577"/>
        <pc:sldMkLst>
          <pc:docMk/>
          <pc:sldMk cId="0" sldId="262"/>
        </pc:sldMkLst>
        <pc:spChg chg="mod">
          <ac:chgData name="SHAHIL PRATAP SINGH" userId="59e7c69f61702dbb" providerId="LiveId" clId="{54B313A7-D256-4336-BBE6-8E48C6F2F96A}" dt="2026-08-12T19:15:57.684" v="4" actId="20577"/>
          <ac:spMkLst>
            <pc:docMk/>
            <pc:sldMk cId="0" sldId="262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800">
                <a:solidFill>
                  <a:srgbClr val="00E6FF"/>
                </a:solidFill>
                <a:latin typeface="Century Gothic"/>
              </a:defRPr>
            </a:pPr>
            <a:r>
              <a:t>ASCENSION: EARLY BRAIN TUMOR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FFD700"/>
                </a:solidFill>
                <a:latin typeface="Century Gothic"/>
              </a:defRPr>
            </a:pPr>
            <a:r>
              <a:t>AI Meets the Ethereal | Bridging Healthcare and the Future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>
                <a:solidFill>
                  <a:srgbClr val="00E6FF"/>
                </a:solidFill>
                <a:latin typeface="Century Gothic"/>
              </a:defRPr>
            </a:pPr>
            <a:r>
              <a:t>The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An end-to-end, deep learning-powered medical imaging web application.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Classifies brain MRI scans into four distinct categories: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- Glioma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- Meningioma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- Pituitary Tumor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- No Tumor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Provides seamless user experience with real-time AI inference.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>
                <a:solidFill>
                  <a:srgbClr val="00E6FF"/>
                </a:solidFill>
                <a:latin typeface="Century Gothic"/>
              </a:defRPr>
            </a:pPr>
            <a:r>
              <a:t>The Data Cosmos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Trained on a meticulously curated dataset of 7,200 MRI scans.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Aggressive real-time data augmentations applied: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- ±20° Rotations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- Spatial shifting and zooming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- Horizontal flipping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Guarantees that the AI learns fundamental structures, not just artifacts.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>
                <a:solidFill>
                  <a:srgbClr val="00E6FF"/>
                </a:solidFill>
                <a:latin typeface="Century Gothic"/>
              </a:defRPr>
            </a:pPr>
            <a:r>
              <a:t>The Neural Architectures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EfficientNetB0 (Fine-Tuned): Deepest 30 layers unfrozen to adapt to MRI textural gradients.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Explainable AI (Grad-CAM): Custom Pure-NumPy gradient mapper reveals exactly what the AI sees.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Multi-Model Ensembling: Parallel inference engines ensure blind-spots are corrected instantly.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>
                <a:solidFill>
                  <a:srgbClr val="00E6FF"/>
                </a:solidFill>
                <a:latin typeface="Century Gothic"/>
              </a:defRPr>
            </a:pPr>
            <a:r>
              <a:t>The Zenith of Accuracy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93% Overall Accuracy achieved after deep fine-tuning.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100% Recall for 'No Tumor' (Zero false negatives for healthy brains).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98% Precision for Gliomas (Extreme confidence in malignant detection).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A highly robust, production-ready AI.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>
                <a:solidFill>
                  <a:srgbClr val="00E6FF"/>
                </a:solidFill>
                <a:latin typeface="Century Gothic"/>
              </a:defRPr>
            </a:pPr>
            <a:r>
              <a:t>The Ethereal Engine (Tech Stack)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Frontend: React + Vite (Blazing fast, Glassmorphism UI, interactive charts).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Backend API: Python FastAPI (Asynchronous processing).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Inference Engine: ONNX Runtime (Replaces massive 1GB TensorFlow payloads with &lt;50MB hyper-optimized graphs).</a:t>
            </a:r>
          </a:p>
          <a:p>
            <a:pPr>
              <a:defRPr sz="2000">
                <a:solidFill>
                  <a:srgbClr val="DCDCF0"/>
                </a:solidFill>
                <a:latin typeface="Segoe UI"/>
              </a:defRPr>
            </a:pPr>
            <a:r>
              <a:t>Deployments: Vercel (Frontend) &amp; Render (Backend).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2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5400">
                <a:solidFill>
                  <a:srgbClr val="00E6FF"/>
                </a:solidFill>
                <a:latin typeface="Century Gothic"/>
              </a:defRPr>
            </a:pPr>
            <a:r>
              <a:t>The Future is Here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800">
                <a:solidFill>
                  <a:srgbClr val="00E6FF"/>
                </a:solidFill>
                <a:latin typeface="Century Gothic"/>
              </a:defRPr>
            </a:pPr>
            <a:r>
              <a:rPr dirty="0"/>
              <a:t>Thank You</a:t>
            </a:r>
          </a:p>
          <a:p>
            <a:pPr>
              <a:defRPr sz="2800">
                <a:solidFill>
                  <a:srgbClr val="00E6FF"/>
                </a:solidFill>
                <a:latin typeface="Century Gothic"/>
              </a:defRPr>
            </a:pPr>
            <a:r>
              <a:rPr dirty="0"/>
              <a:t>Designed by Ashu</a:t>
            </a:r>
            <a:r>
              <a:rPr lang="en-IN"/>
              <a:t>tosh</a:t>
            </a:r>
          </a:p>
          <a:p>
            <a:pPr>
              <a:defRPr sz="2800">
                <a:solidFill>
                  <a:srgbClr val="00E6FF"/>
                </a:solidFill>
                <a:latin typeface="Century Gothic"/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263</Words>
  <Application>Microsoft Office PowerPoint</Application>
  <PresentationFormat>On-screen Show (4:3)</PresentationFormat>
  <Paragraphs>39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ASCENSION: EARLY BRAIN TUMOR DETECTION</vt:lpstr>
      <vt:lpstr>The Vision</vt:lpstr>
      <vt:lpstr>The Data Cosmos</vt:lpstr>
      <vt:lpstr>The Neural Architectures</vt:lpstr>
      <vt:lpstr>The Zenith of Accuracy</vt:lpstr>
      <vt:lpstr>The Ethereal Engine (Tech Stack)</vt:lpstr>
      <vt:lpstr>The Future is Here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SHAHIL PRATAP SINGH</cp:lastModifiedBy>
  <cp:revision>1</cp:revision>
  <dcterms:created xsi:type="dcterms:W3CDTF">2013-01-27T09:14:16Z</dcterms:created>
  <dcterms:modified xsi:type="dcterms:W3CDTF">2026-08-12T19:16:07Z</dcterms:modified>
  <cp:category/>
</cp:coreProperties>
</file>