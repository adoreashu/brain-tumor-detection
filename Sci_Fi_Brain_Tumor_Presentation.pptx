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>
                <a:solidFill>
                  <a:srgbClr val="00E6FF"/>
                </a:solidFill>
                <a:latin typeface="Century Gothic"/>
              </a:defRPr>
            </a:pPr>
            <a:r>
              <a:t>ASCENSION: EARLY BRAIN TUMOR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D700"/>
                </a:solidFill>
                <a:latin typeface="Century Gothic"/>
              </a:defRPr>
            </a:pPr>
            <a:r>
              <a:t>AI Meets the Ethereal | Bridging Healthcare and the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>
                <a:solidFill>
                  <a:srgbClr val="00E6FF"/>
                </a:solidFill>
                <a:latin typeface="Century Gothic"/>
              </a:defRPr>
            </a:pPr>
            <a:r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An end-to-end, deep learning-powered medical imaging web application.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Classifies brain MRI scans into four distinct categories: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- Glioma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- Meningioma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- Pituitary Tumor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- No Tumor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Provides seamless user experience with real-time AI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>
                <a:solidFill>
                  <a:srgbClr val="00E6FF"/>
                </a:solidFill>
                <a:latin typeface="Century Gothic"/>
              </a:defRPr>
            </a:pPr>
            <a:r>
              <a:t>The Data Cosmos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Trained on a meticulously curated Mega-Dataset of 13,100+ MRI scans.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Aggressive real-time data augmentations applied: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- ±20° Rotations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- Spatial shifting and zooming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- Horizontal flipping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Guarantees that the AI learns fundamental structures, not just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>
                <a:solidFill>
                  <a:srgbClr val="00E6FF"/>
                </a:solidFill>
                <a:latin typeface="Century Gothic"/>
              </a:defRPr>
            </a:pPr>
            <a:r>
              <a:t>The Neural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DenseNet121 (Fine-Tuned): Deepest 40 layers unfrozen to adapt to MRI textural gradients.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Explainable AI (Grad-CAM): Custom Pure-NumPy gradient mapper reveals exactly what the AI sees.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Clinical Diversity: Merged multiple datasets to eliminate overfitting.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>
                <a:solidFill>
                  <a:srgbClr val="00E6FF"/>
                </a:solidFill>
                <a:latin typeface="Century Gothic"/>
              </a:defRPr>
            </a:pPr>
            <a:r>
              <a:t>The Zenith of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95% Overall Accuracy achieved after deep fine-tuning.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98% Recall for 'No Tumor' (Prioritizing safe diagnosis).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100% Recall for Pituitary Tumors (Extreme detection confidence).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A highly robust, production-ready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>
                <a:solidFill>
                  <a:srgbClr val="00E6FF"/>
                </a:solidFill>
                <a:latin typeface="Century Gothic"/>
              </a:defRPr>
            </a:pPr>
            <a:r>
              <a:t>The Ethereal Engine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Frontend: React + Vite (Blazing fast, Glassmorphism UI, interactive charts).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Backend API: Python FastAPI (Asynchronous processing).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Inference Engine: ONNX Runtime (Replaces massive 1GB TensorFlow payloads with &lt;50MB hyper-optimized graphs).</a:t>
            </a:r>
          </a:p>
          <a:p>
            <a:pPr>
              <a:defRPr sz="2000">
                <a:solidFill>
                  <a:srgbClr val="DCDCF0"/>
                </a:solidFill>
                <a:latin typeface="Segoe UI"/>
              </a:defRPr>
            </a:pPr>
            <a:r>
              <a:t>Deployments: Vercel (Frontend) &amp; Render (Backend).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>
                <a:solidFill>
                  <a:srgbClr val="00E6FF"/>
                </a:solidFill>
                <a:latin typeface="Century Gothic"/>
              </a:defRPr>
            </a:pPr>
            <a:r>
              <a:t>The Future is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00E6FF"/>
                </a:solidFill>
                <a:latin typeface="Century Gothic"/>
              </a:defRPr>
            </a:pPr>
            <a:r>
              <a:t>Thank You</a:t>
            </a:r>
          </a:p>
          <a:p>
            <a:pPr>
              <a:defRPr sz="2800">
                <a:solidFill>
                  <a:srgbClr val="00E6FF"/>
                </a:solidFill>
                <a:latin typeface="Century Gothic"/>
              </a:defRPr>
            </a:pPr>
            <a:r>
              <a:t>Designed by Ashu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